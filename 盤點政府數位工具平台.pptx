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63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62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84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370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59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36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63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35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98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53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73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B6519-1E52-4EDE-8A40-6C171EA1FA8E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EDAD3-2202-443E-AFE1-CCB59BE54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44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meai.tw/" TargetMode="External"/><Relationship Id="rId2" Type="http://schemas.openxmlformats.org/officeDocument/2006/relationships/hyperlink" Target="http://www.tcloud.gov.tw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smebiz.org.t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071973"/>
              </p:ext>
            </p:extLst>
          </p:nvPr>
        </p:nvGraphicFramePr>
        <p:xfrm>
          <a:off x="414865" y="872065"/>
          <a:ext cx="11294536" cy="5579534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1456268">
                  <a:extLst>
                    <a:ext uri="{9D8B030D-6E8A-4147-A177-3AD203B41FA5}">
                      <a16:colId xmlns:a16="http://schemas.microsoft.com/office/drawing/2014/main" val="1410164224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152980987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1647815438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3332271934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485888084"/>
                    </a:ext>
                  </a:extLst>
                </a:gridCol>
              </a:tblGrid>
              <a:tr h="530266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構面</a:t>
                      </a:r>
                      <a:endParaRPr lang="zh-TW" altLang="en-US" sz="1400" b="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臺灣雲市集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黃頁版</a:t>
                      </a:r>
                      <a:endParaRPr lang="en-US" alt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t" latinLnBrk="0"/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2"/>
                        </a:rPr>
                        <a:t>www.tcloud.gov.tw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sz="1400" b="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雲市集工業館 </a:t>
                      </a:r>
                      <a:endParaRPr lang="en-US" alt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t" latinLnBrk="0"/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proj05.ekm.org.tw)</a:t>
                      </a:r>
                      <a:endParaRPr lang="en-US" sz="1400" b="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SME AI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</a:t>
                      </a:r>
                      <a:endParaRPr lang="en-US" alt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t" latinLnBrk="0"/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3"/>
                        </a:rPr>
                        <a:t>www.smeai.tw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sz="1400" b="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商業署智慧轉型專區 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4"/>
                        </a:rPr>
                        <a:t>www.smebiz.org.tw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zh-TW" sz="1400" b="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418810"/>
                  </a:ext>
                </a:extLst>
              </a:tr>
              <a:tr h="41889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主管機關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數位發展部數位產業署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經濟部產業發展署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經濟部中小及新創企業署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經濟部商業發展署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949278"/>
                  </a:ext>
                </a:extLst>
              </a:tr>
              <a:tr h="61173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預算源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原為前瞻，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已改為科專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中小企業發展基金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148399"/>
                  </a:ext>
                </a:extLst>
              </a:tr>
              <a:tr h="61173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服務對象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中小企業、稅籍登記企業、合作社、社創組織等非營利事業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中小型製造業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中小企業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商業服務業（批發零售、餐飲、物流、休憩、生活服務等）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942947"/>
                  </a:ext>
                </a:extLst>
              </a:tr>
              <a:tr h="49333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現有上架方案數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400+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項雲端解決方案</a:t>
                      </a:r>
                      <a:b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項有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相關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工業館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雲端解決方案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119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base" latinLnBrk="0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工具庫：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159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base" latinLnBrk="0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相關方案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245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雲端解決方案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747757"/>
                  </a:ext>
                </a:extLst>
              </a:tr>
              <a:tr h="108533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點數補助購買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最高上限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萬點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=1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元，限用於方案採購），已於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月停止受理申請。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最高上限</a:t>
                      </a: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萬點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（依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應用深度分級補助）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配合「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人以下中小微企業數位轉型補助」方案，</a:t>
                      </a:r>
                      <a:r>
                        <a:rPr lang="zh-TW" altLang="en-US" sz="1200" u="sng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提供中小企業</a:t>
                      </a:r>
                      <a:r>
                        <a:rPr lang="en-US" altLang="zh-TW" sz="1200" u="sng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200" u="sng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人培課程及</a:t>
                      </a:r>
                      <a:r>
                        <a:rPr lang="zh-TW" altLang="en-US" sz="1200" b="1" u="sng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，每家企業補助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上限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萬元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，補助一次為限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採一次報核完畢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最高上限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萬元</a:t>
                      </a:r>
                      <a:endParaRPr lang="en-US" alt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依建構零售暨服務業數據共享創新服務計畫「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年度雲端解決方案申請須知」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002474"/>
                  </a:ext>
                </a:extLst>
              </a:tr>
              <a:tr h="121649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核心功能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線上下單、點數補助、專家客服及轉型案例指南等一站式數轉平台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建立雲世代整體雲端解決方案（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POS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、電商、碳排管理等）遴選上架作業基準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製造業專屬雲端方案與</a:t>
                      </a:r>
                      <a:r>
                        <a:rPr lang="en-US" altLang="zh-TW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提供產銷人發財管理等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應用工具，且須為雲端方案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針對商業服務業提供雲端數位工具、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應用、碳排計算等多元解決方案，並結合數據共享與創新服務計畫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467786"/>
                  </a:ext>
                </a:extLst>
              </a:tr>
              <a:tr h="61173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執行單位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財團法人資訊工業策進會</a:t>
                      </a:r>
                      <a:endParaRPr lang="en-US" alt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中華民國資訊軟體協會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財團法人中國生產力中心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中華民國資訊軟體協會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中華民國資訊軟體協會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89857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758982" y="287867"/>
            <a:ext cx="6606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數發部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經濟部數位工具補助平台盤點表</a:t>
            </a:r>
          </a:p>
        </p:txBody>
      </p:sp>
    </p:spTree>
    <p:extLst>
      <p:ext uri="{BB962C8B-B14F-4D97-AF65-F5344CB8AC3E}">
        <p14:creationId xmlns:p14="http://schemas.microsoft.com/office/powerpoint/2010/main" val="2389483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423</Words>
  <Application>Microsoft Office PowerPoint</Application>
  <PresentationFormat>寬螢幕</PresentationFormat>
  <Paragraphs>52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黎世威 Alex Li</dc:creator>
  <cp:lastModifiedBy>黎世威 Alex Li</cp:lastModifiedBy>
  <cp:revision>8</cp:revision>
  <dcterms:created xsi:type="dcterms:W3CDTF">2025-05-08T03:50:20Z</dcterms:created>
  <dcterms:modified xsi:type="dcterms:W3CDTF">2026-10-21T04:32:06Z</dcterms:modified>
</cp:coreProperties>
</file>